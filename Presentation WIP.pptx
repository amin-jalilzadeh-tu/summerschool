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63" r:id="rId7"/>
    <p:sldId id="257" r:id="rId8"/>
    <p:sldId id="259" r:id="rId9"/>
    <p:sldId id="264" r:id="rId10"/>
    <p:sldId id="265" r:id="rId11"/>
    <p:sldId id="260" r:id="rId12"/>
    <p:sldId id="261" r:id="rId13"/>
    <p:sldId id="262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720D23-69A5-4C0B-8D6D-A94B1D5F66E3}" v="1" dt="2026-07-23T14:03:40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entina Rossi" userId="c3e22f2c-8964-41f4-ade6-171621d105d8" providerId="ADAL" clId="{7827E63B-0097-470D-A447-5E7B553416E8}"/>
    <pc:docChg chg="modSld">
      <pc:chgData name="Valentina Rossi" userId="c3e22f2c-8964-41f4-ade6-171621d105d8" providerId="ADAL" clId="{7827E63B-0097-470D-A447-5E7B553416E8}" dt="2026-07-23T14:03:40.303" v="0"/>
      <pc:docMkLst>
        <pc:docMk/>
      </pc:docMkLst>
      <pc:sldChg chg="modSp">
        <pc:chgData name="Valentina Rossi" userId="c3e22f2c-8964-41f4-ade6-171621d105d8" providerId="ADAL" clId="{7827E63B-0097-470D-A447-5E7B553416E8}" dt="2026-07-23T14:03:40.303" v="0"/>
        <pc:sldMkLst>
          <pc:docMk/>
          <pc:sldMk cId="3769328609" sldId="257"/>
        </pc:sldMkLst>
        <pc:spChg chg="mod">
          <ac:chgData name="Valentina Rossi" userId="c3e22f2c-8964-41f4-ade6-171621d105d8" providerId="ADAL" clId="{7827E63B-0097-470D-A447-5E7B553416E8}" dt="2026-07-23T14:03:40.303" v="0"/>
          <ac:spMkLst>
            <pc:docMk/>
            <pc:sldMk cId="3769328609" sldId="257"/>
            <ac:spMk id="3" creationId="{8F5E1CDB-D8A8-81F2-254E-C8FE8D34EB2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6501E-4CA7-B0CF-9222-76FE40402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4FBF37-1A38-5C1A-10AC-0B7D1D599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CAC40-2696-457F-4CBB-46C920E65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EC5D7-8F60-4F63-A389-6C064EDE160F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D09F0-EA6D-3000-FB49-46D65FBA6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1D79F-71EE-D55E-DF0A-5741F3B0B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4C5F-9FBE-4372-91B2-B20CC9B72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24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89894-A621-9B71-AF22-7AC5F944A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E58D3-4ADB-B215-D86E-555497909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8E986-5231-C2B1-55C0-0B28B17D5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EC5D7-8F60-4F63-A389-6C064EDE160F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602E1-105E-5183-4FBE-346617FC3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99303-2E8A-D000-AFAC-41A49D51F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4C5F-9FBE-4372-91B2-B20CC9B72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222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0D25A-FAD1-0D79-C5DC-CAE2B010A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D6A7F-166C-0F49-4678-535ABA413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81B79-3955-B2F6-857C-B84D2601A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EC5D7-8F60-4F63-A389-6C064EDE160F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29C09-049A-8405-6C5D-F6D358E8A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D00C-9BA0-1368-AFDE-D05ECC871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4C5F-9FBE-4372-91B2-B20CC9B72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479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941CD-8888-4153-2F05-122AD1E87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2AB8F-33FF-6C3A-A33C-3F94A90CE9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5185C-BD6B-3C1B-464C-D7B9B3839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643A9-C8B1-F99B-52EC-7A5187FEA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EC5D7-8F60-4F63-A389-6C064EDE160F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60BD2-4043-93AD-22E6-FF609EB2C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5F19C-8386-63AF-E49E-6E74DCA08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4C5F-9FBE-4372-91B2-B20CC9B72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290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2F9E6-8F80-D7A8-BBE2-8BF10957E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FE57C-37BD-0C31-DBDB-388ACEB22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BED409-DAB4-1792-0F59-215F334E5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8CAC92-5D0C-2EA4-AF61-F1336A8E94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684D41-0D27-D13E-9A09-4D3A25984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E3E8C8-E531-4962-522B-08780750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EC5D7-8F60-4F63-A389-6C064EDE160F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067A78-246D-D02E-CBD9-A76F7189B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A90E00-C71B-3E1C-5366-A4BE97200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4C5F-9FBE-4372-91B2-B20CC9B72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809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80109-476D-75DF-0347-8BDEDD00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75EBCB-AF81-B569-9A3E-D555F518A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EC5D7-8F60-4F63-A389-6C064EDE160F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F8EA11-2412-0040-4C51-D87416C8C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447F8-3B2F-FAB5-27BF-72C395689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4C5F-9FBE-4372-91B2-B20CC9B72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2915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02F47-25F3-6906-85B2-931589D40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EC5D7-8F60-4F63-A389-6C064EDE160F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E175D-41A5-D85E-D50E-766225D6A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E290D-61F3-E011-25A7-F77B1C2D4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4C5F-9FBE-4372-91B2-B20CC9B72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50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E4500-631D-2F0F-3000-EA3F74E27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0BFD9-4D1D-57EA-4969-8DB5C402E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81326-A75D-B898-D287-4FD330C94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C1E5C-5225-A68A-64F3-DBC77ED99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EC5D7-8F60-4F63-A389-6C064EDE160F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71255-25A3-D54C-DC4E-52FBDBC2B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3DD16-6F91-3D6D-C061-2941ADD32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4C5F-9FBE-4372-91B2-B20CC9B72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1719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98C59-971C-5607-E7D7-4FDE139D4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6ABA49-A462-3622-2F93-03730AF8EC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4CE41-4F18-4240-EDBE-7D42EC08D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80A08-25E3-F0E0-0050-7FEF9580B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EC5D7-8F60-4F63-A389-6C064EDE160F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AB76F-E08B-6C83-CE2E-600FE9C4F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4C021-465F-83D6-A536-4E20F7288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4C5F-9FBE-4372-91B2-B20CC9B72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813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781FC-FE49-97DD-5198-0F357B47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4D337-2BC2-3C3A-8D19-CEA4B11EF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FDF3D-72C7-CA81-B2FB-7E5C928FC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EC5D7-8F60-4F63-A389-6C064EDE160F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7D73A-3564-7088-AA7E-B9F856605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EFC28-7F62-BF57-5212-FD8834D97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4C5F-9FBE-4372-91B2-B20CC9B72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533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3E4241-E2A5-A1DB-BD15-44B077CD59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AA79D7-DE90-382B-64FF-F5E6AD173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3F7B0-2750-099F-D931-5E0900D9A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EC5D7-8F60-4F63-A389-6C064EDE160F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92836-8F3E-188D-2C51-A273364BE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0EF05-978D-F6F0-70D2-879E49266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94C5F-9FBE-4372-91B2-B20CC9B72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4243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2CAFB7-D71C-905E-5DAB-E07B9DBC7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3B3B2-D641-D48C-822B-249B156F1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2A66D-BAA9-A583-8A1A-A95E90A955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BEC5D7-8F60-4F63-A389-6C064EDE160F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38C30-7E23-C5E5-7702-F8C5EB1A7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919A5-D535-9059-8E73-745221C1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A94C5F-9FBE-4372-91B2-B20CC9B72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043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E456F-3889-A35A-B591-DB95FDA857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US" dirty="0"/>
              <a:t> </a:t>
            </a:r>
            <a:r>
              <a:rPr lang="en-US" b="1" dirty="0"/>
              <a:t>Designing a Solar-Efficient Residential Building in Rotterdam 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61C4F0-6890-DEF0-5E09-F1BCB1E899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454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1619A-158F-E567-FAA8-A5B54EB8A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setting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0A0D6-1667-1B9C-B85A-18A7B2741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932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C5DDC-21DA-011C-1050-8A16668A1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 maker(s)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431C3-4EC5-9271-BEC8-852DD420B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463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5E060-4E6A-1A50-9140-25197B2E9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Stakeholders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E1CDB-D8A8-81F2-254E-C8FE8D34E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Key SH</a:t>
            </a:r>
          </a:p>
          <a:p>
            <a:r>
              <a:rPr lang="en-GB" dirty="0"/>
              <a:t>Municipality</a:t>
            </a:r>
          </a:p>
          <a:p>
            <a:r>
              <a:rPr lang="en-GB" dirty="0"/>
              <a:t>Engineering Team representative</a:t>
            </a:r>
          </a:p>
          <a:p>
            <a:r>
              <a:rPr lang="en-GB" dirty="0"/>
              <a:t>Client representative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Other SH</a:t>
            </a:r>
          </a:p>
          <a:p>
            <a:r>
              <a:rPr lang="en-GB" dirty="0"/>
              <a:t>FF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9328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DDC1-2456-9FD0-D9CF-5CDA6EF8C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Modelling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F1F6E-88BE-9E2A-0027-0D3940C40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5068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D3300-948B-6E11-5BD6-CFF34F64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E0F6D-4429-EE5B-E5B6-5B647E708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564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C355E-69B3-24D2-82F7-D5DFE406D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Solutions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D8C3-7922-1659-5753-3C33049AB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545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03B0A-565B-F5F9-2FD2-6E509C760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First set of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6DEC-291F-F5A1-107B-90CA3D137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867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8BEA5-01B3-7789-E2FE-4B2982801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Sensitivity of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A6009-7135-F7D0-5C5D-D47B6044F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388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03432-65CD-B6E0-913C-11C2AC053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Interpretation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E191D-E863-BFB5-5703-253A8986D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0146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DD841-9655-F391-0422-B8AA44B29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A88C3-FE94-6471-FC9E-5907605A2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8201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bcd4b83-8f36-4adb-bec7-52ce9bccea21" xsi:nil="true"/>
    <lcf76f155ced4ddcb4097134ff3c332f xmlns="abdfcb1f-9dec-4989-b4c6-fd65252f1ee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B05FB052EDD954DAD0B3EA040376899" ma:contentTypeVersion="10" ma:contentTypeDescription="Opret et nyt dokument." ma:contentTypeScope="" ma:versionID="03efb51b8b9e10aa7ea78a0d56ca61ad">
  <xsd:schema xmlns:xsd="http://www.w3.org/2001/XMLSchema" xmlns:xs="http://www.w3.org/2001/XMLSchema" xmlns:p="http://schemas.microsoft.com/office/2006/metadata/properties" xmlns:ns2="abdfcb1f-9dec-4989-b4c6-fd65252f1eef" xmlns:ns3="6bcd4b83-8f36-4adb-bec7-52ce9bccea21" targetNamespace="http://schemas.microsoft.com/office/2006/metadata/properties" ma:root="true" ma:fieldsID="28ee278ad0ab6ae677c5acb0a17a4111" ns2:_="" ns3:_="">
    <xsd:import namespace="abdfcb1f-9dec-4989-b4c6-fd65252f1eef"/>
    <xsd:import namespace="6bcd4b83-8f36-4adb-bec7-52ce9bccea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dfcb1f-9dec-4989-b4c6-fd65252f1e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ledmærker" ma:readOnly="false" ma:fieldId="{5cf76f15-5ced-4ddc-b409-7134ff3c332f}" ma:taxonomyMulti="true" ma:sspId="b2102423-6c9a-45d0-aa71-0069027da2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cd4b83-8f36-4adb-bec7-52ce9bccea2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822d33f-e922-451d-b01e-3c4b93349947}" ma:internalName="TaxCatchAll" ma:showField="CatchAllData" ma:web="6bcd4b83-8f36-4adb-bec7-52ce9bccea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D74D70-0549-4F54-8458-45553F6A80EF}">
  <ds:schemaRefs>
    <ds:schemaRef ds:uri="http://schemas.microsoft.com/office/2006/metadata/properties"/>
    <ds:schemaRef ds:uri="http://schemas.microsoft.com/office/infopath/2007/PartnerControls"/>
    <ds:schemaRef ds:uri="6bcd4b83-8f36-4adb-bec7-52ce9bccea21"/>
    <ds:schemaRef ds:uri="abdfcb1f-9dec-4989-b4c6-fd65252f1eef"/>
  </ds:schemaRefs>
</ds:datastoreItem>
</file>

<file path=customXml/itemProps2.xml><?xml version="1.0" encoding="utf-8"?>
<ds:datastoreItem xmlns:ds="http://schemas.openxmlformats.org/officeDocument/2006/customXml" ds:itemID="{A7E39986-D8B0-4E11-95DD-3150B1797F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BC982F-B0EE-4FFC-91E2-C1BE45EB12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dfcb1f-9dec-4989-b4c6-fd65252f1eef"/>
    <ds:schemaRef ds:uri="6bcd4b83-8f36-4adb-bec7-52ce9bccea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Office PowerPoint</Application>
  <PresentationFormat>Widescreen</PresentationFormat>
  <Paragraphs>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  Designing a Solar-Efficient Residential Building in Rotterdam </vt:lpstr>
      <vt:lpstr>Problem setting</vt:lpstr>
      <vt:lpstr>Decision maker(s)</vt:lpstr>
      <vt:lpstr>Stakeholders </vt:lpstr>
      <vt:lpstr>Modelling approach</vt:lpstr>
      <vt:lpstr>Main assumptions</vt:lpstr>
      <vt:lpstr>Solutions algorithms</vt:lpstr>
      <vt:lpstr>First set of results</vt:lpstr>
      <vt:lpstr>Sensitivity of results</vt:lpstr>
      <vt:lpstr>Interpretation and recommendations</vt:lpstr>
      <vt:lpstr>Future 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Valentina Rossi</dc:creator>
  <cp:lastModifiedBy>Valentina Rossi</cp:lastModifiedBy>
  <cp:revision>1</cp:revision>
  <dcterms:created xsi:type="dcterms:W3CDTF">2026-07-23T12:39:38Z</dcterms:created>
  <dcterms:modified xsi:type="dcterms:W3CDTF">2026-07-23T14:13:35Z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0x0101000B05FB052EDD954DAD0B3EA040376899</vt:lpwstr>
  </property>
  <property fmtid="{D5CDD505-2E9C-101B-9397-08002B2CF9AE}" pid="3" name="MediaServiceImageTags">
    <vt:lpwstr/>
  </property>
</Properties>
</file>